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E86AB">
              <a:alpha val="7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PHARMACOCINÉTIQUE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Fc-silent FGFR2-huBPA-LP1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(ADC)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 — IV bolus dose unique — 2 compartiments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301752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718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Antibody (TAb)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94760" y="2971800"/>
            <a:ext cx="301752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9718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— Payload conjugué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4348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: 3 / 10 / 20 / 30 mg/kg  ·  N=65 (TAb) et N=63 (ADC)  ·  8 animaux  ·  30/07/2026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A8DADC">
              <a:alpha val="25000"/>
            </a:srgbClr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Antibody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(TAb)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 ·  Modèle  ·  Paramètres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PK — Total Antibody (TAb)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40233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9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expérimental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29968" y="13716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 — IV bolus dose unique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801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29968" y="18013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 / 20 / 30 mg/kg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231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(2 par dose : 1001/1002, 2001/2002...)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24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29968" y="26609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points de concentration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30906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504h (~21 jours)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 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29968" y="3520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Anticorps total (TAb) — ELISA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896112"/>
            <a:ext cx="40690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692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NCA individuels (Cmax)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316736"/>
            <a:ext cx="73152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31673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23560" y="1316736"/>
            <a:ext cx="9144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13167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0" y="1316736"/>
            <a:ext cx="11430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1316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 (µg/mL)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0" y="1316736"/>
            <a:ext cx="9144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13167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 (h)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160020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160020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160020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16002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160020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160020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160020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9832" y="16002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187452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18745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187452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18745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83680" y="187452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11112" y="187452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0" y="187452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99832" y="18745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214884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21488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23560" y="214884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21488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83680" y="214884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214884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72400" y="214884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99832" y="21488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242316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73752" y="242316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23560" y="242316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50992" y="242316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583680" y="242316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11112" y="242316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772400" y="242316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99832" y="242316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46320" y="269748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73752" y="26974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3002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23560" y="269748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50992" y="269748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583680" y="269748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11112" y="269748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709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772400" y="269748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99832" y="269748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46320" y="297180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73752" y="297180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623560" y="297180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50992" y="29718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83680" y="297180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11112" y="297180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772400" y="297180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99832" y="29718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846320" y="324612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73752" y="32461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623560" y="324612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50992" y="32461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83680" y="324612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11112" y="324612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772400" y="324612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99832" y="32461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846320" y="352044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73752" y="35204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4002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623560" y="352044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50992" y="35204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583680" y="352044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611112" y="352044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772400" y="352044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99832" y="35204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65760" y="4041648"/>
            <a:ext cx="8366760" cy="777240"/>
          </a:xfrm>
          <a:prstGeom prst="rect">
            <a:avLst/>
          </a:prstGeom>
          <a:solidFill>
            <a:srgbClr val="D6E4F0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8640" y="41148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: Cmax proportionnelle à la dose (3→30 mg/kg)  ·  t½ variable inter-individuel (38–94h)  ·  Profil bi-exponentiel visible sur graphe semi-log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&amp; Paramètres — Total Antibody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32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 modèle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527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40280" y="1252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252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6393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08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compartiment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810512"/>
            <a:ext cx="363931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compartiments 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0280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−45.4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0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−36.7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40233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31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estimés — modèle 2-cpt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51176"/>
            <a:ext cx="1078992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551176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72768" y="2551176"/>
            <a:ext cx="1133856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255117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0" y="2551176"/>
            <a:ext cx="1060704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25511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2551176"/>
            <a:ext cx="475488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255117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%RSE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825496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82549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72768" y="2825496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2825496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1.262e-03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2825496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82549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mL/h/g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2825496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67912" y="2825496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163824"/>
            <a:ext cx="107899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163824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72768" y="3163824"/>
            <a:ext cx="11338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3163824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4.397e-02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0" y="3163824"/>
            <a:ext cx="1060704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316382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3163824"/>
            <a:ext cx="47548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67912" y="3163824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502152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502152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572768" y="3502152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00200" y="3502152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3.522e-02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0" y="3502152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70632" y="35021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0" y="3502152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67912" y="3502152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3840480"/>
            <a:ext cx="107899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" y="3840480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572768" y="3840480"/>
            <a:ext cx="11338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00200" y="3840480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8.783e-04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0" y="3840480"/>
            <a:ext cx="1060704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70632" y="384048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mL/h/g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840480" y="3840480"/>
            <a:ext cx="47548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67912" y="3840480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178808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" y="4178808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t½α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572768" y="4178808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00200" y="4178808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0" y="4178808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70632" y="417880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840480" y="4178808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67912" y="4178808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4517136"/>
            <a:ext cx="107899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" y="451713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t½β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572768" y="4517136"/>
            <a:ext cx="11338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00200" y="4517136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0" y="4517136"/>
            <a:ext cx="1060704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70632" y="451713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840480" y="4517136"/>
            <a:ext cx="47548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67912" y="4517136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4855464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" y="4855464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572768" y="4855464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00200" y="4855464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7.919e-02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743200" y="4855464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70632" y="48554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840480" y="4855464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67912" y="4855464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617720" y="868680"/>
            <a:ext cx="4114800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5488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PK — TAb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754880" y="1298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64608" y="1371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2-cpt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864608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−45.4</a:t>
            </a:r>
            <a:endParaRPr lang="en-US" sz="2200" dirty="0"/>
          </a:p>
        </p:txBody>
      </p:sp>
      <p:sp>
        <p:nvSpPr>
          <p:cNvPr id="87" name="Text 85"/>
          <p:cNvSpPr/>
          <p:nvPr/>
        </p:nvSpPr>
        <p:spPr>
          <a:xfrm>
            <a:off x="4864608" y="1993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−10.4 (1-cpt) → ΔAIC = 35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720840" y="1298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30568" y="1371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t½β moyen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30568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 h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6830568" y="1993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Demi-vie terminale (~2.5 jours)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754880" y="2441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64608" y="2514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%RSE CL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4864608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9.7%</a:t>
            </a:r>
            <a:endParaRPr lang="en-US" sz="2200" dirty="0"/>
          </a:p>
        </p:txBody>
      </p:sp>
      <p:sp>
        <p:nvSpPr>
          <p:cNvPr id="95" name="Text 93"/>
          <p:cNvSpPr/>
          <p:nvPr/>
        </p:nvSpPr>
        <p:spPr>
          <a:xfrm>
            <a:off x="4864608" y="3136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 précision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720840" y="2441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6C757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30568" y="2514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30568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75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6830568" y="3136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animaux × 4 doses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754880" y="3630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75488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 faible → profil anticorps typique (catabolisme lent)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754880" y="4151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V1 ≈ volume plasmatique souris — distribution limitée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754880" y="44439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Q/%RSE élevé → distribution 2e cpt peu contrainte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PK individuels — Total Antibody (TAb)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2-compartiments individuel par animal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704088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87552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987552"/>
            <a:ext cx="886968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987552"/>
            <a:ext cx="832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987552"/>
            <a:ext cx="100584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(mL/h/g)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9232" y="987552"/>
            <a:ext cx="100584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41648" y="987552"/>
            <a:ext cx="100584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987552"/>
            <a:ext cx="100584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(mL/h/g)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08192" y="987552"/>
            <a:ext cx="100584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50608" y="987552"/>
            <a:ext cx="1024128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987552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t½β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463040"/>
            <a:ext cx="70408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6304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1560" y="1463040"/>
            <a:ext cx="88696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14630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65960" y="1463040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0.04756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99232" y="1463040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6664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0.06571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41648" y="1463040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0.000923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1463040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0.11330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08192" y="1463040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84.3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50608" y="1463040"/>
            <a:ext cx="102412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14630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1865376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186537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51560" y="1865376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1865376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965960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93392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0.04302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99232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6664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0.06086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41648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69080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0.001019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74920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0.10390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08192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35624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73.2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150608" y="1865376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186537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2267712"/>
            <a:ext cx="70408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226771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51560" y="2267712"/>
            <a:ext cx="88696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2267712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965960" y="2267712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93392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0.04148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999232" y="2267712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26664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0.02270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041648" y="2267712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69080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0.001137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74920" y="2267712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02352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0.06419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08192" y="2267712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35624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41.8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150608" y="2267712"/>
            <a:ext cx="102412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78040" y="226771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2670048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267004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051560" y="2670048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8992" y="2670048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965960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93392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0.04042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999232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26664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0.02082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041648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69080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0.000814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074920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02352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0.06124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08192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35624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53.0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150608" y="2670048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26700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20040" y="3072384"/>
            <a:ext cx="70408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7472" y="307238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3002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051560" y="3072384"/>
            <a:ext cx="88696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78992" y="3072384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965960" y="3072384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993392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0.04136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999232" y="3072384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26664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0.02044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041648" y="3072384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069080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0.001944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074920" y="3072384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02352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0.06180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108192" y="3072384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35624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37.8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150608" y="3072384"/>
            <a:ext cx="102412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78040" y="307238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20040" y="3474720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7472" y="347472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3101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1051560" y="3474720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78992" y="347472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1965960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993392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0.04289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999232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026664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0.03035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041648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69080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0.001960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5074920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02352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0.07324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108192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135624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63.8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7150608" y="3474720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178040" y="347472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20040" y="3877056"/>
            <a:ext cx="70408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47472" y="387705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4001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051560" y="3877056"/>
            <a:ext cx="88696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78992" y="3877056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965960" y="3877056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93392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0.04009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2999232" y="3877056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026664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0.02534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041648" y="3877056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069080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0.000589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5074920" y="3877056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02352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0.06543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108192" y="3877056"/>
            <a:ext cx="100584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35624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52.6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7150608" y="3877056"/>
            <a:ext cx="1024128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178040" y="387705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20040" y="4279392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47472" y="427939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4002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51560" y="4279392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78992" y="4279392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1965960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993392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0.05462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2999232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026664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0.03393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4041648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069080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0.000389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074920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102352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0.08855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6108192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135624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95.4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7150608" y="4279392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178040" y="427939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320040" y="4690872"/>
            <a:ext cx="8503920" cy="320040"/>
          </a:xfrm>
          <a:prstGeom prst="rect">
            <a:avLst/>
          </a:prstGeom>
          <a:solidFill>
            <a:srgbClr val="D6E4F0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11480" y="47183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inter-individuel : CL 20–30%  ·  V1 ~15%  ·  t½β 37–95h (variabilité liée à V2/Q)  ·  Vss cohérent avec distribution modérée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C34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D7BDE2">
              <a:alpha val="25000"/>
            </a:srgbClr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(Payload conjugué)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 ·  Modèle  ·  Paramètres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PK — ADC (Payload conjugué)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40233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9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expérimental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29968" y="13716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 — IV bolus dose unique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801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29968" y="18013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 / 20 / 30 mg/kg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231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(mêmes animaux que TAb)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24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29968" y="26609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points de concentration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30906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504h (~21 jours)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 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29968" y="3520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conjugué (ADC) — LC-MS/MS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896112"/>
            <a:ext cx="40690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692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NCA individuels (Cmax)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316736"/>
            <a:ext cx="73152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31673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23560" y="1316736"/>
            <a:ext cx="9144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13167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0" y="1316736"/>
            <a:ext cx="11430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1316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 (µg/mL)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0" y="1316736"/>
            <a:ext cx="9144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9832" y="13167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 (h)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160020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160020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160020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16002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160020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160020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160020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9832" y="16002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187452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18745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187452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18745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83680" y="187452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11112" y="187452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0" y="187452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99832" y="18745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214884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21488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23560" y="214884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21488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83680" y="214884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214884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72400" y="214884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99832" y="21488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242316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73752" y="242316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23560" y="242316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50992" y="242316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583680" y="242316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11112" y="242316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772400" y="242316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99832" y="242316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46320" y="269748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73752" y="26974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3002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23560" y="269748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50992" y="269748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583680" y="269748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11112" y="269748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772400" y="269748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99832" y="269748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46320" y="297180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73752" y="297180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623560" y="297180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50992" y="29718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83680" y="297180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11112" y="297180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772400" y="297180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99832" y="297180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846320" y="3246120"/>
            <a:ext cx="73152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73752" y="32461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623560" y="324612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50992" y="32461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83680" y="3246120"/>
            <a:ext cx="11430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11112" y="324612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772400" y="3246120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99832" y="324612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846320" y="3520440"/>
            <a:ext cx="7315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73752" y="35204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4002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623560" y="352044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50992" y="35204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583680" y="3520440"/>
            <a:ext cx="11430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611112" y="3520440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772400" y="3520440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99832" y="3520440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65760" y="4041648"/>
            <a:ext cx="8366760" cy="777240"/>
          </a:xfrm>
          <a:prstGeom prst="rect">
            <a:avLst/>
          </a:prstGeom>
          <a:solidFill>
            <a:srgbClr val="D7BDE2">
              <a:alpha val="40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8640" y="41148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: Cmax similaires TAb vs ADC (conjugaison conserve la distribution)  ·  t½ ADC légèrement plus courte (CL ADC &gt; CL TAb → élimination plus rapide du payload)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&amp; Paramètres — ADC (Payload conjugué)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32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 modèle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527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40280" y="1252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252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6393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08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compartiment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810512"/>
            <a:ext cx="363931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compartiments 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0280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−37.4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0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−28.8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40233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31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estimés — modèle 2-cpt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51176"/>
            <a:ext cx="1078992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551176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72768" y="2551176"/>
            <a:ext cx="1133856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255117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0" y="2551176"/>
            <a:ext cx="1060704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25511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2551176"/>
            <a:ext cx="475488" cy="2468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255117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%RSE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825496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82549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72768" y="2825496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2825496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1.435e-03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2825496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82549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mL/h/g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2825496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67912" y="2825496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163824"/>
            <a:ext cx="107899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163824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72768" y="3163824"/>
            <a:ext cx="11338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3163824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4.501e-02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0" y="3163824"/>
            <a:ext cx="1060704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316382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3163824"/>
            <a:ext cx="47548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67912" y="3163824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502152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502152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572768" y="3502152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00200" y="3502152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2.620e-02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0" y="3502152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70632" y="35021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0" y="3502152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67912" y="3502152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39.1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3840480"/>
            <a:ext cx="107899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" y="3840480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572768" y="3840480"/>
            <a:ext cx="11338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00200" y="3840480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4.530e-04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0" y="3840480"/>
            <a:ext cx="1060704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70632" y="384048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mL/h/g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840480" y="3840480"/>
            <a:ext cx="47548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67912" y="3840480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68.9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178808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" y="4178808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t½α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572768" y="4178808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00200" y="4178808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0" y="4178808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70632" y="417880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840480" y="4178808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67912" y="4178808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4517136"/>
            <a:ext cx="107899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" y="451713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t½β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572768" y="4517136"/>
            <a:ext cx="1133856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00200" y="4517136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59.9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0" y="4517136"/>
            <a:ext cx="1060704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70632" y="451713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840480" y="4517136"/>
            <a:ext cx="47548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67912" y="4517136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4855464"/>
            <a:ext cx="1078992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" y="4855464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572768" y="4855464"/>
            <a:ext cx="1133856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00200" y="4855464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7.121e-02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743200" y="4855464"/>
            <a:ext cx="1060704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70632" y="48554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840480" y="4855464"/>
            <a:ext cx="475488" cy="30175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67912" y="4855464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617720" y="868680"/>
            <a:ext cx="4114800" cy="3941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5488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PK — ADC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754880" y="1298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64608" y="1371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2-cpt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864608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3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−37.4</a:t>
            </a:r>
            <a:endParaRPr lang="en-US" sz="2200" dirty="0"/>
          </a:p>
        </p:txBody>
      </p:sp>
      <p:sp>
        <p:nvSpPr>
          <p:cNvPr id="87" name="Text 85"/>
          <p:cNvSpPr/>
          <p:nvPr/>
        </p:nvSpPr>
        <p:spPr>
          <a:xfrm>
            <a:off x="4864608" y="1993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+5.6 (1-cpt) → ΔAIC = 43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720840" y="1298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30568" y="1371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t½β moyen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30568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 h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6830568" y="1993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Similaire au TAb (~2.5 jours)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754880" y="2441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64608" y="2514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%RSE CL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4864608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10.0%</a:t>
            </a:r>
            <a:endParaRPr lang="en-US" sz="2200" dirty="0"/>
          </a:p>
        </p:txBody>
      </p:sp>
      <p:sp>
        <p:nvSpPr>
          <p:cNvPr id="95" name="Text 93"/>
          <p:cNvSpPr/>
          <p:nvPr/>
        </p:nvSpPr>
        <p:spPr>
          <a:xfrm>
            <a:off x="4864608" y="3136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 précision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720840" y="2441448"/>
            <a:ext cx="182880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6C757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30568" y="25146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30568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75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6830568" y="31363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animaux × 4 doses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754880" y="3630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75488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 ADC &gt; CL TAb (+14%) → légère accélération élimination payload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754880" y="4151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V1 identique TAb → même distribution initiale attendue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754880" y="44439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V2 ADC &lt; V2 TAb → distribution périphérique plus limitée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PK individuels — ADC (Payload conjugué)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2-compartiments individuel par animal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704088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87552"/>
            <a:ext cx="649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987552"/>
            <a:ext cx="886968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987552"/>
            <a:ext cx="832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987552"/>
            <a:ext cx="100584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(mL/h/g)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9232" y="987552"/>
            <a:ext cx="100584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41648" y="987552"/>
            <a:ext cx="100584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987552"/>
            <a:ext cx="100584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(mL/h/g)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08192" y="987552"/>
            <a:ext cx="100584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987552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(mL/g)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50608" y="987552"/>
            <a:ext cx="1024128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987552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t½β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463040"/>
            <a:ext cx="70408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6304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1560" y="1463040"/>
            <a:ext cx="88696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14630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65960" y="1463040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0.04605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99232" y="1463040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6664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0.04650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41648" y="1463040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0.000656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1463040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0.09255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08192" y="1463040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70.6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50608" y="1463040"/>
            <a:ext cx="102412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14630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1865376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186537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51560" y="1865376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1865376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mg/kg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965960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93392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0.04369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99232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6664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0.04366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41648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69080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0.000751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74920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0.08735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08192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35624" y="18653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150608" y="1865376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186537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2267712"/>
            <a:ext cx="70408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226771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51560" y="2267712"/>
            <a:ext cx="88696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2267712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965960" y="2267712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93392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0.04096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999232" y="2267712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26664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0.02018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041648" y="2267712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69080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0.000897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74920" y="2267712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02352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0.06114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08192" y="2267712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35624" y="22677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36.4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150608" y="2267712"/>
            <a:ext cx="102412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78040" y="226771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2670048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267004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051560" y="2670048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8992" y="2670048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A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mg/kg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965960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93392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0.03829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999232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26664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0.02186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041648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69080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0.000530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074920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02352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0.06015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08192" y="26700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35624" y="2670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54.3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150608" y="2670048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26700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20040" y="3072384"/>
            <a:ext cx="70408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7472" y="307238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3002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051560" y="3072384"/>
            <a:ext cx="88696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78992" y="3072384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965960" y="3072384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993392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0.04049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999232" y="3072384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26664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0.01880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041648" y="3072384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069080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0.001621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074920" y="3072384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02352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0.05929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108192" y="3072384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35624" y="30723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32.4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150608" y="3072384"/>
            <a:ext cx="102412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78040" y="307238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20040" y="3474720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7472" y="347472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3101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1051560" y="3474720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78992" y="347472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mg/kg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1965960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993392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0.04058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999232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026664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0.03058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041648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69080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0.001942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5074920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02352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0.07116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108192" y="347472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135624" y="34747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52.0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7150608" y="3474720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178040" y="347472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20040" y="3877056"/>
            <a:ext cx="70408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47472" y="387705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4001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051560" y="3877056"/>
            <a:ext cx="88696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78992" y="3877056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965960" y="3877056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93392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0.04069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2999232" y="3877056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026664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0.01798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041648" y="3877056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069080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0.000356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5074920" y="3877056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02352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0.05867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108192" y="3877056"/>
            <a:ext cx="1005840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35624" y="38770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48.6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7150608" y="3877056"/>
            <a:ext cx="1024128" cy="365760"/>
          </a:xfrm>
          <a:prstGeom prst="rect">
            <a:avLst/>
          </a:prstGeom>
          <a:solidFill>
            <a:srgbClr val="D7BDE2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178040" y="387705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20040" y="4279392"/>
            <a:ext cx="7040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47472" y="427939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4002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51560" y="4279392"/>
            <a:ext cx="88696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78992" y="4279392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mg/kg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1965960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993392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0.05404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2999232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026664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0.02701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4041648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069080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0.000313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074920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102352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0.08105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6108192" y="427939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135624" y="427939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82.7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7150608" y="4279392"/>
            <a:ext cx="1024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7BDE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178040" y="427939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320040" y="4690872"/>
            <a:ext cx="8503920" cy="320040"/>
          </a:xfrm>
          <a:prstGeom prst="rect">
            <a:avLst/>
          </a:prstGeom>
          <a:solidFill>
            <a:srgbClr val="D7BDE2">
              <a:alpha val="50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11480" y="47183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inter-individuel : CL 20–30%  ·  V1 ~15%  ·  t½β 32–83h  ·  V2 ADC &lt; V2 TAb pour tous les animaux → distribution périphérique réduite après déconjugaison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TAb vs ADC — Paramètres PK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366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41832"/>
            <a:ext cx="91440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941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17320" y="941832"/>
            <a:ext cx="105156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3896" y="94183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941832"/>
            <a:ext cx="150876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94183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(16:05)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941832"/>
            <a:ext cx="146304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05656" y="9418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(16:03)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941832"/>
            <a:ext cx="86868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14416" y="941832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(%)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941832"/>
            <a:ext cx="219456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94183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52728"/>
            <a:ext cx="91440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252728"/>
            <a:ext cx="841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17320" y="1252728"/>
            <a:ext cx="1051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53896" y="1252728"/>
            <a:ext cx="978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mL/h/g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14600" y="1252728"/>
            <a:ext cx="15087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1252728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1.262e-03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1252728"/>
            <a:ext cx="146304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5656" y="1252728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1.435e-03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1252728"/>
            <a:ext cx="86868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1252728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+13.7%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1252728"/>
            <a:ext cx="2194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1252728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 éliminé plus rapidement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45352" y="1335024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1627632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1627632"/>
            <a:ext cx="841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417320" y="1627632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3896" y="1627632"/>
            <a:ext cx="978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14600" y="1627632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51176" y="1627632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4.397e-02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1627632"/>
            <a:ext cx="1463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05656" y="1627632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4.501e-02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1627632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1627632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+2.4%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1627632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1627632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 initiale identique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45352" y="1709928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2002536"/>
            <a:ext cx="91440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2002536"/>
            <a:ext cx="841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17320" y="2002536"/>
            <a:ext cx="1051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53896" y="2002536"/>
            <a:ext cx="978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514600" y="2002536"/>
            <a:ext cx="15087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51176" y="2002536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3.522e-02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69080" y="2002536"/>
            <a:ext cx="146304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05656" y="2002536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2.620e-02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77840" y="2002536"/>
            <a:ext cx="86868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14416" y="2002536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−25.6%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92240" y="2002536"/>
            <a:ext cx="2194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28816" y="2002536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 2e cpt plus faible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45352" y="2084832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2377440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" y="2377440"/>
            <a:ext cx="841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417320" y="2377440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53896" y="2377440"/>
            <a:ext cx="978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mL/h/g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514600" y="2377440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51176" y="2377440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8.783e-04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069080" y="2377440"/>
            <a:ext cx="1463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05656" y="2377440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4.530e-04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577840" y="2377440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14416" y="2377440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−48.4%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92240" y="2377440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2377440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Échange inter-cpt plus lent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45352" y="2459736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2752344"/>
            <a:ext cx="91440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" y="2752344"/>
            <a:ext cx="841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t½β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417320" y="2752344"/>
            <a:ext cx="1051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53896" y="2752344"/>
            <a:ext cx="978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514600" y="2752344"/>
            <a:ext cx="15087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51176" y="2752344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60.1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069080" y="2752344"/>
            <a:ext cx="146304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05656" y="2752344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59.9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577840" y="2752344"/>
            <a:ext cx="86868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14416" y="2752344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492240" y="2752344"/>
            <a:ext cx="2194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28816" y="2752344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Demi-vie terminale identique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245352" y="2834640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7200" y="3127248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3776" y="3127248"/>
            <a:ext cx="841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1417320" y="3127248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53896" y="3127248"/>
            <a:ext cx="978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mL/g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2514600" y="3127248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51176" y="3127248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7.919e-02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4069080" y="3127248"/>
            <a:ext cx="1463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05656" y="3127248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7.121e-02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577840" y="3127248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14416" y="3127248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−10.1%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492240" y="3127248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28816" y="3127248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distribué légèrement ↓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245352" y="3209544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57200" y="3502152"/>
            <a:ext cx="91440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3776" y="3502152"/>
            <a:ext cx="841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1417320" y="3502152"/>
            <a:ext cx="1051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453896" y="3502152"/>
            <a:ext cx="978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2514600" y="3502152"/>
            <a:ext cx="15087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51176" y="3502152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−45.4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4069080" y="3502152"/>
            <a:ext cx="146304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05656" y="3502152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−37.4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577840" y="3502152"/>
            <a:ext cx="86868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14416" y="3502152"/>
            <a:ext cx="795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492240" y="3502152"/>
            <a:ext cx="2194560" cy="33832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28816" y="3502152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mieux contraint (N+2 obs)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65760" y="4370832"/>
            <a:ext cx="8366760" cy="475488"/>
          </a:xfrm>
          <a:prstGeom prst="rect">
            <a:avLst/>
          </a:prstGeom>
          <a:solidFill>
            <a:srgbClr val="D6E4F0">
              <a:alpha val="8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8640" y="442569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t½β identique pour TAb et ADC (~60h) → la conjugaison ne modifie pas la demi-vie terminale. CL ADC légèrement supérieure, cohérent avec déconjugaison partielle in vivo.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2E86AB">
              <a:alpha val="1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PK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58368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Modèle 2-cpt retenu — ΔAIC = 35 points vs 1-cpt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09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 = 1.26e-03 mL/h/g · t½β = 60h · %RSE CL = 9.7% (précis)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Profil anticorps typique — distribution limitée, élimination lente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658368" cy="320040"/>
          </a:xfrm>
          <a:prstGeom prst="rect">
            <a:avLst/>
          </a:prstGeom>
          <a:solidFill>
            <a:srgbClr val="D7BDE2"/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0428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Modèle 2-cpt retenu — ΔAIC = 43 points vs 1-cpt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083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 ADC (+14%) et V2 ADC (−26%) vs TAb — payload modifie la distribution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3284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t½β identique (~60h) → cinétique terminale gouvernée par l'anticorps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658368" cy="32004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02736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9867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 conjugaison conserve la demi-vie terminale — expositions similaires TAb/ADC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2026-07-30T14:28:04Z</dcterms:created>
  <dcterms:modified xsi:type="dcterms:W3CDTF">2026-07-30T14:28:04Z</dcterms:modified>
</cp:coreProperties>
</file>