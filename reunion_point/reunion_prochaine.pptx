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645920"/>
            <a:ext cx="110642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336B"/>
                </a:solidFill>
              </a:rPr>
              <a:t>Réunion de suivi — Stage Pierre Fabre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07AC2"/>
                </a:solidFill>
              </a:rPr>
              <a:t>Modélisation PKPD de l'hématotoxicité — ADC Pierre Fabre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0336B"/>
                </a:solidFill>
              </a:rPr>
              <a:t>Mars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367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Pipeline : Souris  →  Rat  →  Humain  |  Modèle de Friberg et 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Récapitulatif des avancées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Toutes les étapes franchies depuis le début du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8988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Modèle Friberg — Rat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Carboplatin 40 mg/kg Q14D×8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8 lignées cellulaires modélisées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Ajustement modèle/données 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125 jours de cinétique reproduits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48640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8988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Transfert Rat → Humain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659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Paramètres PK transférés depuis rat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468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Carboplatin Q21D × 2 (clinique)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71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Nadirs neutrophiles &amp; plaquettes 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474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Chaîne souris → rat → humain validée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Modèle Friberg — Hématopoïèse 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40 mg/kg Q14D × 8 | 8 lignées cellulaires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B"/>
                </a:solidFill>
              </a:rPr>
              <a:t>Ce qui a été modélisé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2011680" cy="50292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6595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Progéniteurs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96595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MPP → CMP → MEP (hiérarchie hématopoïétique complète)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19"/>
            <a:ext cx="2011680" cy="50292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5175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Myéloïde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5175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Neutrophiles  +  Monocytes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46119"/>
            <a:ext cx="2011680" cy="50292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3755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Érythroïde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33755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Réticulocytes  +  Globules rouges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31919"/>
            <a:ext cx="2011680" cy="50292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02335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Thrombocytaire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02335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Plaquettes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754880"/>
            <a:ext cx="1143000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846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B"/>
                </a:solidFill>
              </a:rPr>
              <a:t>Résultats clés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0352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5511"/>
                </a:solidFill>
              </a:rPr>
              <a:t>✔  Oscillations cycliques reproduites après chaque injection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5955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5511"/>
                </a:solidFill>
              </a:rPr>
              <a:t>✔  Cinétique sur 125 jours cohérente avec les données expérimentales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1558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5511"/>
                </a:solidFill>
              </a:rPr>
              <a:t>✔  Modèle PK → Damage → Hématopoïèse validé sur rat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071616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✔  Base solide pour le transfert rat → humain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Transfert inter-espèce : Rat → Humain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Q21D × 2 | Validation clinique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B"/>
                </a:solidFill>
              </a:rPr>
              <a:t>Démarche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548640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920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Paramètres PK estimés sur 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240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CL, V1, V2, Q transférés directement au modèle humain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926080"/>
            <a:ext cx="548640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26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Simulation humaine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46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Carboplatin AUC=5 (750 mg pour GFR=125) — 2 cycles Q21D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31920"/>
            <a:ext cx="548640" cy="54864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931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Comparaison données cliniques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251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Courbes modèle superposées aux observations (neutrophiles + plaquettes)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937760"/>
            <a:ext cx="548640" cy="54864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937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937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257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Nadirs bien reproduits — variabilité inter-patient identifiée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06440"/>
            <a:ext cx="114300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37160" cy="64008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336B"/>
                </a:solidFill>
              </a:rPr>
              <a:t>Chaîne complète validée :  Souris  →  Rat  →  Humain  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VPC — Modèle Humain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AUC=5, Q21D × 2 | 1000 patients simulés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B"/>
                </a:solidFill>
              </a:rPr>
              <a:t>VPC (Visual Predictive Check) — AUC=5, GFR=125 fixe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36B"/>
                </a:solidFill>
              </a:rPr>
              <a:t>▸  1000 patients simulés (Supp. S11, GFR=125 fixe)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36B"/>
                </a:solidFill>
              </a:rPr>
              <a:t>▸  Intervalles de prédiction 5–95% calculés pour neutrophiles et plaquettes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36B"/>
                </a:solidFill>
              </a:rPr>
              <a:t>▸  Erreur résiduelle intégrée dans la simulation populationnelle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36B"/>
                </a:solidFill>
              </a:rPr>
              <a:t>▸  Nadirs cycliques bien capturés par les intervalles de prédiction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297680"/>
            <a:ext cx="1143000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B"/>
                </a:solidFill>
              </a:rPr>
              <a:t>Grades NCI-CTCAE — Figure 4c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530352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1947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Neutrophiles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40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Nadir = 2.30 × 10⁹/L  →  Grade 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4892040"/>
            <a:ext cx="530352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491947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Plaquettes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5440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Nadir = 190 × 10⁹/L   →  Grade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Prochaine étape — Application à l'ADC Pierre Fabre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Étape 5 du pipeline : données précliniques confidentielles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8B4E"/>
                </a:solidFill>
              </a:rPr>
              <a:t>Script R validé — prêt pour les données réelles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1280160" cy="50292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Étape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0116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Application aux données précliniques de l'ADC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317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Chargement des données souris confidentielle
→ Estimation k₁, k₂ spécifiques à la molécule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83280"/>
            <a:ext cx="1280160" cy="50292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3832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832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Vérification de la cohérence biologique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Différenciation des doses, comparaison aux valeurs attendues
→ Même démarche que la validation sur irinotécan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54880"/>
            <a:ext cx="1280160" cy="50292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Transfert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7548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Prédiction de la toxicité humaine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0749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Pipeline souris → rat → humain appliqué à l'ADC
→ Prédiction des nadirs hématologiques en clinique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6217920"/>
            <a:ext cx="1143000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Questions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07AC2"/>
                </a:solidFill>
              </a:rPr>
              <a:t>Stage Pierre Fabre — Modélisation PKPD de l'hématotoxicité — ADC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931920"/>
            <a:ext cx="941832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 Rat modélisé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 Humain transféré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 ADC en cours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3367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Mars 2026  |  Pipeline : Souris → Rat → Humain  |  Modèle Friberg et 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